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F7A1D-D0E2-EE4F-2CAE-FB166E577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EABA46-220D-A473-D730-21CC326AA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2EB34-50BE-D5C4-AB5B-B42FF3E83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3533-9060-40C0-9787-2A47EC61EC6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DA00F-5B00-239E-2CA1-6A905B3F1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9A6DB-C04A-85AC-AADE-02E962B54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518E-DCC1-48F6-8126-767102A39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39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B8DE1-C3C8-D074-8A5B-9F259EB8C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0134B-EF90-B004-9577-A31754C86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4943F-FF3A-DC1F-EE19-1297BF322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3533-9060-40C0-9787-2A47EC61EC6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B0FE3-01E8-64DF-1986-1CD913F76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E54DA-735B-0E3D-BA16-839CF989A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518E-DCC1-48F6-8126-767102A39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546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9A36-2CB1-0307-2E4B-6437E904A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440ED-A930-A445-7B8F-580A40355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D3FE5-3F45-1CA8-12B7-AAD0273D1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3533-9060-40C0-9787-2A47EC61EC6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F2EAC-6506-07EE-5F24-37C43A03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3AD68-BFD8-A8D4-CE96-20877A3C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518E-DCC1-48F6-8126-767102A39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305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2451-8DF6-5ABD-2733-7B73E6029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099B6-AFE2-3D42-397E-3CBB59BEC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212D2-DB72-55D9-CBDF-A388076B6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50BC1-C197-9F9C-605C-7AB0C661C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3533-9060-40C0-9787-2A47EC61EC6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F99F1-33F3-D082-B7D1-187B7FED1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3A00A-51FD-0676-BE12-708DA1A6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518E-DCC1-48F6-8126-767102A39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598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E60FB-1A8E-0B25-3EAF-1BDF8B723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0D4B0-D022-B3BC-7E91-0FD9B312D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69BC4-20F7-5761-781F-80431C380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F9AF80-BB03-2BED-5ED9-27C80FF232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FDE886-1C9E-F245-AAC8-EDA6B35E4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129B95-0382-2540-939D-DD225F4D1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3533-9060-40C0-9787-2A47EC61EC6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D90321-748B-1B09-0F00-E09DDD75B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BBACCB-5108-63EB-F15E-7460DA8C9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518E-DCC1-48F6-8126-767102A39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615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52D86-EF5E-1FE6-C09D-F62FDF826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E2FF8C-1540-F753-B0C4-C05FD977F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3533-9060-40C0-9787-2A47EC61EC6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C30A3-8418-1A06-4554-0B54AC18A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7E0F9D-2771-8CE8-C1BD-C48DC81CC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518E-DCC1-48F6-8126-767102A39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982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ABE04F-F847-9F46-BEC7-3EB865F39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3533-9060-40C0-9787-2A47EC61EC6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4C8128-DA70-F6C7-0541-660095326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B57E6-50BF-DBB8-7330-1CA4D3F4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518E-DCC1-48F6-8126-767102A39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80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C12B1-07E0-D7C1-0867-9F1DF7204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1AA34-5475-2AAF-4CF5-9383300A6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8D6B4-2798-F64D-10EC-4D76D3295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83B29-7499-89DC-9E4B-0E002D40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3533-9060-40C0-9787-2A47EC61EC6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967DE-EB4F-057F-B126-6C8BF2B50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167D5-05C9-C208-7498-6D1222FE5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518E-DCC1-48F6-8126-767102A39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134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9EEF9-3347-6468-9C92-F6CE05C06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727049-123F-8FF3-F325-62874A93C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25F23-BEDC-3943-449A-30A579F50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480D1-0B46-03A3-4B9E-1A31FE6CA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3533-9060-40C0-9787-2A47EC61EC6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1272A-4EAB-998C-3FFD-0835FD81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80251-E5CA-9D27-FBDC-96ECE80DC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518E-DCC1-48F6-8126-767102A39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344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E44C-7506-1DCE-014B-0218486AF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865B2-17AB-D3F0-86B2-806335F01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D3D88-8DC8-04FA-5025-DA2F7CA79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3533-9060-40C0-9787-2A47EC61EC6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6E6E7-DD25-E80B-1018-4B4EE6DE4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1D755-7DA7-71A8-255F-35DDB91BF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518E-DCC1-48F6-8126-767102A39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501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463E41-5FC9-F72F-DC18-6FAD3C573D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6AAD2-1AD2-2ECA-54CC-9D07BF2B4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79E02-FFA1-5C23-8CA7-3767A40A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3533-9060-40C0-9787-2A47EC61EC6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9E087-D331-D641-BF12-BA0A1D8EA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22795-83A0-8CD0-EC6E-96674DFA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1518E-DCC1-48F6-8126-767102A39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876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1B63F6-B14B-ADAE-14B2-F3401105C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4ECA1-7A1F-BC6B-4343-C9C7CCC53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CC9BA-FBD9-1A7F-631A-B2955D479C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33533-9060-40C0-9787-2A47EC61EC6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E299E-EB1F-E8A9-DBE5-C85E3121BD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A59D9-AF43-9DB1-4EDE-4603A2307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1518E-DCC1-48F6-8126-767102A39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622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29F22-E208-EDDB-306A-7245E19F07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5811" y="406400"/>
            <a:ext cx="9144000" cy="238760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Storytelling &amp; Statistical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28CC8E-9511-8EF5-771C-F68725D85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35289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Task 4 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 : Ashwin Kumar Fawade</a:t>
            </a:r>
          </a:p>
        </p:txBody>
      </p:sp>
    </p:spTree>
    <p:extLst>
      <p:ext uri="{BB962C8B-B14F-4D97-AF65-F5344CB8AC3E}">
        <p14:creationId xmlns:p14="http://schemas.microsoft.com/office/powerpoint/2010/main" val="2789057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5BEA3-C904-2182-47A7-3C074BCF8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1DF6A-36DB-995C-7432-E31528A35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Analyze the sales data to understand overall business performance.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customer purchasing behavior and buying patterns.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Discover top-performing products, categories, and cities.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Find opportunities to improve sales and business growth.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Validate important business findings using statistical analysis.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852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4EA19-D59B-DF3E-18DB-A5F61065F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38E82-43B2-1AD1-2189-C47913649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 contains customer sales transaction details.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Important columns: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Order ID, Order Date, Customer ID, Customer Name,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Age, Gender, City, Product, Category,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Quantity, Unit Price, Total Sales.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dataset helps analyze sales performance,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customer behavior, and business trends.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is used for exploratory analysis,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dashboard creation, and statistical validation.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36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370E2-296C-5986-2BDE-30AB14C49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4EEC9-5677-BF67-3524-8817F0C21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Sales Generated: ₹713.73K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Highest Revenue Category: Electronics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Top Performing City: Patna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Best Selling Product: Laptop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 purchasing patterns were analyzed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 identify business growth opportunities.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579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7567C-3255-6CC2-DCB0-BF4E2675D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Problems /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A1373-04C2-2C7E-2FFB-21EBBF2DB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Sales performance varies across different cities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product categories.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Some products and categories contribute less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 overall revenue.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 buying behavior differs based 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demographics such as age and gender.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Identifying low-performing areas is important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for improving business growth.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Better marketing and inventory strategies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are required to maximize sales.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425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E2DEF-562E-DC64-30C5-77B78E68F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3FF5F-F4C6-6993-78C0-B22DC1790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• Focus on high-performing categories like</a:t>
            </a:r>
          </a:p>
          <a:p>
            <a:pPr marL="0" indent="0">
              <a:buNone/>
            </a:pPr>
            <a:r>
              <a:rPr lang="en-US" dirty="0"/>
              <a:t>  Electronics to increase revenue.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Promote best-selling products such as Laptop</a:t>
            </a:r>
          </a:p>
          <a:p>
            <a:pPr marL="0" indent="0">
              <a:buNone/>
            </a:pPr>
            <a:r>
              <a:rPr lang="en-US" dirty="0"/>
              <a:t>  through targeted marketing campaigns.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Improve sales strategies in low-performing</a:t>
            </a:r>
          </a:p>
          <a:p>
            <a:pPr marL="0" indent="0">
              <a:buNone/>
            </a:pPr>
            <a:r>
              <a:rPr lang="en-US" dirty="0"/>
              <a:t>  cities by offering customer-focused deals.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Use customer age and gender insights to create</a:t>
            </a:r>
          </a:p>
          <a:p>
            <a:pPr marL="0" indent="0">
              <a:buNone/>
            </a:pPr>
            <a:r>
              <a:rPr lang="en-US" dirty="0"/>
              <a:t>  personalized marketing campaigns.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Optimize inventory management based on</a:t>
            </a:r>
          </a:p>
          <a:p>
            <a:pPr marL="0" indent="0">
              <a:buNone/>
            </a:pPr>
            <a:r>
              <a:rPr lang="en-US" dirty="0"/>
              <a:t>  product demand and sales trends.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0879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25BB6-A9EF-2EAD-F4EB-1BB5439F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624E1-3474-7163-3346-6AB805F24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Objective:</a:t>
            </a:r>
          </a:p>
          <a:p>
            <a:pPr marL="0" indent="0">
              <a:buNone/>
            </a:pPr>
            <a:r>
              <a:rPr lang="en-US" dirty="0"/>
              <a:t>To statistically validate whether customer spending</a:t>
            </a:r>
          </a:p>
          <a:p>
            <a:pPr marL="0" indent="0">
              <a:buNone/>
            </a:pPr>
            <a:r>
              <a:rPr lang="en-US" dirty="0"/>
              <a:t>patterns differ between different groups.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Hypothesis: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Null Hypothesis (H0):</a:t>
            </a:r>
          </a:p>
          <a:p>
            <a:pPr marL="0" indent="0">
              <a:buNone/>
            </a:pPr>
            <a:r>
              <a:rPr lang="en-US" dirty="0"/>
              <a:t>There is no significant difference in average</a:t>
            </a:r>
          </a:p>
          <a:p>
            <a:pPr marL="0" indent="0">
              <a:buNone/>
            </a:pPr>
            <a:r>
              <a:rPr lang="en-US" dirty="0"/>
              <a:t>customer spending.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Alternative Hypothesis (H1):</a:t>
            </a:r>
          </a:p>
          <a:p>
            <a:pPr marL="0" indent="0">
              <a:buNone/>
            </a:pPr>
            <a:r>
              <a:rPr lang="en-US" dirty="0"/>
              <a:t>There is a significant difference in average</a:t>
            </a:r>
          </a:p>
          <a:p>
            <a:pPr marL="0" indent="0">
              <a:buNone/>
            </a:pPr>
            <a:r>
              <a:rPr lang="en-US" dirty="0"/>
              <a:t>customer spending.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Statistical Test Used:</a:t>
            </a:r>
          </a:p>
          <a:p>
            <a:pPr marL="0" indent="0">
              <a:buNone/>
            </a:pPr>
            <a:r>
              <a:rPr lang="en-US" dirty="0"/>
              <a:t>Independent T-Test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8624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AA22D-DDD6-636D-3870-B6B0F1637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Hypothesis Testing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58E07-AF1C-57BA-A33F-C04602A5C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Is there a significant difference in average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spendingbetween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Male and Female customers?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Test Used: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Independent Two-Sample T-Test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H0 (Null Hypothesis):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There is no significant difference in average spending between Male and Female customers.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 (Alternative Hypothesis):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There is a significant difference in average spending between Male and Female customers.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Results: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T-Statistic: 0.6826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P-Value: 0.4950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Since p-value is greater than 0.05, we fail to reject the null hypothesis.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There is no statistically significant difference in customer spending based on gender.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17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E2A95-78D0-B63C-BF5D-785FB1F8E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Conclusion &amp; 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B8213-B40A-B2FC-90C4-B5EDFC7F0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• Sales analysis provided valuable insights into</a:t>
            </a:r>
          </a:p>
          <a:p>
            <a:pPr marL="0" indent="0">
              <a:buNone/>
            </a:pPr>
            <a:r>
              <a:rPr lang="en-US" dirty="0"/>
              <a:t>  customer behavior and business performance.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Electronics category and Laptop product showed</a:t>
            </a:r>
          </a:p>
          <a:p>
            <a:pPr marL="0" indent="0">
              <a:buNone/>
            </a:pPr>
            <a:r>
              <a:rPr lang="en-US" dirty="0"/>
              <a:t>  strong revenue contribution.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Patna emerged as the top-performing city based</a:t>
            </a:r>
          </a:p>
          <a:p>
            <a:pPr marL="0" indent="0">
              <a:buNone/>
            </a:pPr>
            <a:r>
              <a:rPr lang="en-US" dirty="0"/>
              <a:t>  on sales performance.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Statistical testing showed no significant difference</a:t>
            </a:r>
          </a:p>
          <a:p>
            <a:pPr marL="0" indent="0">
              <a:buNone/>
            </a:pPr>
            <a:r>
              <a:rPr lang="en-US" dirty="0"/>
              <a:t>  between male and female customer spending.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Data-driven decisions can help improve marketing,</a:t>
            </a:r>
          </a:p>
          <a:p>
            <a:pPr marL="0" indent="0">
              <a:buNone/>
            </a:pPr>
            <a:r>
              <a:rPr lang="en-US" dirty="0"/>
              <a:t>  inventory planning, and revenue growth.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8124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564</Words>
  <Application>Microsoft Office PowerPoint</Application>
  <PresentationFormat>Widescreen</PresentationFormat>
  <Paragraphs>119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Data Storytelling &amp; Statistical Validation</vt:lpstr>
      <vt:lpstr>Business Objective</vt:lpstr>
      <vt:lpstr>Dataset Overview</vt:lpstr>
      <vt:lpstr>Key Business Insights</vt:lpstr>
      <vt:lpstr>Business Problems / Challenges</vt:lpstr>
      <vt:lpstr>Business Recommendations</vt:lpstr>
      <vt:lpstr>Hypothesis Testing</vt:lpstr>
      <vt:lpstr>Hypothesis Testing Results</vt:lpstr>
      <vt:lpstr>Final Conclusion &amp; Business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 Fawade</dc:creator>
  <cp:lastModifiedBy>Ashwin Fawade</cp:lastModifiedBy>
  <cp:revision>2</cp:revision>
  <dcterms:created xsi:type="dcterms:W3CDTF">2026-07-20T05:24:58Z</dcterms:created>
  <dcterms:modified xsi:type="dcterms:W3CDTF">2026-07-20T07:14:01Z</dcterms:modified>
</cp:coreProperties>
</file>